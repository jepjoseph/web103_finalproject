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377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E3D31"/>
                </a:solidFill>
              </a:defRPr>
            </a:pPr>
            <a:r>
              <a:t>Local Bloom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6259"/>
                </a:solidFill>
              </a:defRPr>
            </a:pPr>
            <a:r>
              <a:rPr dirty="0"/>
              <a:t>Discover independent places. Grow creative communit</a:t>
            </a:r>
            <a:r>
              <a:rPr lang="en-US" dirty="0"/>
              <a:t>i</a:t>
            </a:r>
            <a:r>
              <a:rPr dirty="0"/>
              <a:t>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6259"/>
                </a:solidFill>
              </a:defRPr>
            </a:pPr>
            <a: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1E3D31"/>
                </a:solidFill>
              </a:defRPr>
            </a:pPr>
            <a:r>
              <a:t>A home for local creativity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E3D31"/>
                </a:solidFill>
              </a:defRPr>
            </a:pPr>
            <a:r>
              <a:t>Find art shops, indie bookstores, cozy cafés, and hands-on workshops — all in one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56259"/>
                </a:solidFill>
              </a:defRPr>
            </a:pPr>
            <a:r>
              <a:rPr dirty="0"/>
              <a:t>Jean Pierre Joseph  •  Paola Cuevas</a:t>
            </a:r>
            <a:r>
              <a:rPr lang="en-US" dirty="0"/>
              <a:t>  •  </a:t>
            </a:r>
            <a:r>
              <a:rPr lang="en-US" sz="1700" dirty="0">
                <a:solidFill>
                  <a:srgbClr val="556259"/>
                </a:solidFill>
              </a:rPr>
              <a:t>Thy Tran</a:t>
            </a:r>
            <a:r>
              <a:rPr dirty="0"/>
              <a:t>  |</a:t>
            </a:r>
            <a:r>
              <a:rPr lang="en-US" dirty="0"/>
              <a:t> Group 15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CodePath</a:t>
            </a:r>
            <a:r>
              <a:rPr dirty="0"/>
              <a:t> WEB103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377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E3D3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6259"/>
                </a:solidFill>
              </a:defRPr>
            </a:pPr>
            <a:r>
              <a:t>Great creative spaces can be surprisingly hard to find.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6259"/>
                </a:solidFill>
              </a:defRPr>
            </a:pPr>
            <a:r>
              <a:t>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01752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Scattered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78608"/>
            <a:ext cx="29443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Events and workshops appear across social media, flyers, and word of mouth.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301752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Limited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78608"/>
            <a:ext cx="29443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Independent businesses can be overshadowed by larger commercial chains.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383280" cy="301752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Time-consuming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578608"/>
            <a:ext cx="29443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Residents must check multiple sources to find activities that fit their interests and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377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E3D3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6259"/>
                </a:solidFill>
              </a:defRPr>
            </a:pPr>
            <a:r>
              <a:t>A curated discovery platform for local creative 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6259"/>
                </a:solidFill>
              </a:defRPr>
            </a:pPr>
            <a:r>
              <a:t>3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10896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78608"/>
            <a:ext cx="29443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Browse creative venues and events with filters for activity, distance, and budget.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310896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78608"/>
            <a:ext cx="29443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Open detail pages with location, hours, pricing, and workshop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383280" cy="310896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Contribute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578608"/>
            <a:ext cx="29443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Organizers manage listings; the community can recommend new spots.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377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E3D31"/>
                </a:solidFill>
              </a:defRPr>
            </a:pPr>
            <a:r>
              <a:t>A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6259"/>
                </a:solidFill>
              </a:defRPr>
            </a:pPr>
            <a:r>
              <a:t>From curiosity to a local creative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6259"/>
                </a:solidFill>
              </a:defRPr>
            </a:pPr>
            <a:r>
              <a:t>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2688336" cy="297180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1 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2249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Find pottery workshops nearby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965960"/>
            <a:ext cx="2688336" cy="297180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4" y="21488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2 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2715768"/>
            <a:ext cx="2249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Choose a budget and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7376" y="1965960"/>
            <a:ext cx="2688336" cy="297180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1488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3  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715768"/>
            <a:ext cx="2249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Review details and upcoming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965960"/>
            <a:ext cx="2688336" cy="297180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7192" y="21488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4  Visit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2715768"/>
            <a:ext cx="2249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Connect with a local creative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56259"/>
                </a:solidFill>
              </a:defRPr>
            </a:pPr>
            <a:r>
              <a:t>Planned interaction: quick-view modal + full dynamic detail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377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E3D31"/>
                </a:solidFill>
              </a:defRPr>
            </a:pPr>
            <a:r>
              <a:t>How we’ll build it — and where we want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56259"/>
                </a:solidFill>
              </a:defRPr>
            </a:pPr>
            <a:r>
              <a:t>Full-stack scope planned for the CodePath capstone.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6259"/>
                </a:solidFill>
              </a:defRPr>
            </a:pPr>
            <a:r>
              <a:t>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66160" cy="306324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87168"/>
            <a:ext cx="312724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React + React Router</a:t>
            </a:r>
          </a:p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Search, filters, detail views,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306324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87168"/>
            <a:ext cx="312724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Node.js + Express</a:t>
            </a:r>
          </a:p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CRUD APIs and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737360"/>
            <a:ext cx="3566160" cy="306324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t>Data &amp;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487168"/>
            <a:ext cx="312724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PostgreSQL + Render</a:t>
            </a:r>
          </a:p>
          <a:p>
            <a:pPr>
              <a:spcAft>
                <a:spcPts val="1200"/>
              </a:spcAft>
              <a:defRPr sz="1700" b="0">
                <a:solidFill>
                  <a:srgbClr val="1E3D31"/>
                </a:solidFill>
              </a:defRPr>
            </a:pPr>
            <a:r>
              <a:t>Venues, events, tags, organizers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2578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77659"/>
                </a:solidFill>
              </a:defRPr>
            </a:pPr>
            <a:r>
              <a:t>Feedback question: Is our first-release scope realistic, especially organizer management and distance filtering?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92274-75B3-1510-F563-53751AD9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858768-1BB9-80E5-0E8D-A9964879961B}"/>
              </a:ext>
            </a:extLst>
          </p:cNvPr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377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9F822-46CA-C941-C20A-8A53DBB6ADC2}"/>
              </a:ext>
            </a:extLst>
          </p:cNvPr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6259"/>
                </a:solidFill>
              </a:defRPr>
            </a:pPr>
            <a:r>
              <a:t>5 / 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0A2CFF-9EBD-0654-5C09-F044E584C4B1}"/>
              </a:ext>
            </a:extLst>
          </p:cNvPr>
          <p:cNvSpPr/>
          <p:nvPr/>
        </p:nvSpPr>
        <p:spPr>
          <a:xfrm>
            <a:off x="640079" y="1737360"/>
            <a:ext cx="10698353" cy="3063240"/>
          </a:xfrm>
          <a:prstGeom prst="roundRect">
            <a:avLst/>
          </a:prstGeom>
          <a:solidFill>
            <a:srgbClr val="E0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AAB80-6918-C852-9181-EB8FF8E2B1A9}"/>
              </a:ext>
            </a:extLst>
          </p:cNvPr>
          <p:cNvSpPr txBox="1"/>
          <p:nvPr/>
        </p:nvSpPr>
        <p:spPr>
          <a:xfrm>
            <a:off x="850392" y="2915037"/>
            <a:ext cx="10268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 b="1">
                <a:solidFill>
                  <a:srgbClr val="1E3D31"/>
                </a:solidFill>
              </a:defRPr>
            </a:pPr>
            <a:r>
              <a:rPr lang="en-US" sz="4000" dirty="0"/>
              <a:t>Thank You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819744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302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Karyna Jean Pierre</cp:lastModifiedBy>
  <cp:revision>3</cp:revision>
  <dcterms:created xsi:type="dcterms:W3CDTF">2013-01-27T09:14:16Z</dcterms:created>
  <dcterms:modified xsi:type="dcterms:W3CDTF">2026-10-24T17:34:44Z</dcterms:modified>
  <cp:category/>
</cp:coreProperties>
</file>